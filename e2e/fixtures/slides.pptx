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6800" y="831600"/>
            <a:ext cx="8294760" cy="91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216800" y="1899720"/>
            <a:ext cx="8294760" cy="319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6800" y="831600"/>
            <a:ext cx="8294760" cy="91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16800" y="1899720"/>
            <a:ext cx="8294760" cy="319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762120" y="630720"/>
            <a:ext cx="154008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Functions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762120" y="1403640"/>
            <a:ext cx="4429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function maps each input to exactly one output.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62120" y="630720"/>
            <a:ext cx="13233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Notation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62120" y="1403640"/>
            <a:ext cx="1082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f(x) = 2x + 1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1759320"/>
            <a:ext cx="648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f(3) = 7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762120" y="630720"/>
            <a:ext cx="116532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Graphs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62120" y="1403640"/>
            <a:ext cx="1937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Plot the pairs (x, f(x)).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62120" y="1759320"/>
            <a:ext cx="3087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line means the function is linear.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cp:revision>0</cp:revision>
  <dc:subject/>
  <dc:title/>
</cp:coreProperties>
</file>